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69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3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85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FF1E1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005CA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1280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SIMON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941064" y="27432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1E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4361688" y="27432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CC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4782312" y="27432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CC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3941064" y="316382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90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4361688" y="316382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66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4782312" y="316382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9933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941064" y="358444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009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4361688" y="358444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FFC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4782312" y="358444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שרטוט מסכי המשחק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1E1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02920"/>
          </a:xfrm>
          <a:prstGeom prst="rect">
            <a:avLst/>
          </a:prstGeom>
          <a:solidFill>
            <a:srgbClr val="005CA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SIMON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D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1 — כניסה למשחק  |  index.html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188720"/>
            <a:ext cx="4572000" cy="3611880"/>
          </a:xfrm>
          <a:prstGeom prst="rect">
            <a:avLst/>
          </a:prstGeom>
          <a:solidFill>
            <a:srgbClr val="111821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2286000" y="1188720"/>
            <a:ext cx="4572000" cy="502920"/>
          </a:xfrm>
          <a:prstGeom prst="rect">
            <a:avLst/>
          </a:prstGeom>
          <a:solidFill>
            <a:srgbClr val="FF1E1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2286000" y="1691640"/>
            <a:ext cx="4572000" cy="274320"/>
          </a:xfrm>
          <a:prstGeom prst="rect">
            <a:avLst/>
          </a:prstGeom>
          <a:solidFill>
            <a:srgbClr val="005CA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2286000" y="1234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SIMON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23160" y="2057400"/>
            <a:ext cx="1005840" cy="640080"/>
          </a:xfrm>
          <a:prstGeom prst="rect">
            <a:avLst/>
          </a:prstGeom>
          <a:solidFill>
            <a:srgbClr val="1B2430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2423160" y="208483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צפו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ברצף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547872" y="2057400"/>
            <a:ext cx="1005840" cy="640080"/>
          </a:xfrm>
          <a:prstGeom prst="rect">
            <a:avLst/>
          </a:prstGeom>
          <a:solidFill>
            <a:srgbClr val="1B2430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3547872" y="208483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חזרו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הרצף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72584" y="2057400"/>
            <a:ext cx="1005840" cy="640080"/>
          </a:xfrm>
          <a:prstGeom prst="rect">
            <a:avLst/>
          </a:prstGeom>
          <a:solidFill>
            <a:srgbClr val="1B2430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4672584" y="208483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שלבים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423160" y="28163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שם שחקן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23160" y="3035808"/>
            <a:ext cx="4297680" cy="292608"/>
          </a:xfrm>
          <a:prstGeom prst="rect">
            <a:avLst/>
          </a:prstGeom>
          <a:solidFill>
            <a:srgbClr val="0B111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2468880" y="30540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הקלד שם כאן... (שדה חובה*)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423160" y="34015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בחר שלב התחלה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23160" y="3621024"/>
            <a:ext cx="4297680" cy="292608"/>
          </a:xfrm>
          <a:prstGeom prst="rect">
            <a:avLst/>
          </a:prstGeom>
          <a:solidFill>
            <a:srgbClr val="0B111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2468880" y="36393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1 — מתחיל  ▾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423160" y="4005072"/>
            <a:ext cx="4297680" cy="384048"/>
          </a:xfrm>
          <a:prstGeom prst="rect">
            <a:avLst/>
          </a:prstGeom>
          <a:solidFill>
            <a:srgbClr val="FF1E1E"/>
          </a:solidFill>
          <a:ln w="12700">
            <a:solidFill>
              <a:srgbClr val="FF1E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2423160" y="40233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התחל משחק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" y="3090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שדה חובה</a:t>
            </a:r>
            <a:endParaRPr lang="en-US" sz="800" dirty="0"/>
          </a:p>
          <a:p>
            <a:pPr marL="0" indent="0" algn="r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השחקן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144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</a:t>
            </a:r>
            <a:endParaRPr lang="en-US" sz="800" dirty="0"/>
          </a:p>
          <a:p>
            <a:pPr marL="0" indent="0" algn="r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שלב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0" y="404034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ניווט ל-</a:t>
            </a:r>
            <a:endParaRPr lang="en-US" sz="800"/>
          </a:p>
          <a:p>
            <a:pPr marL="0" indent="0" algn="l">
              <a:buNone/>
            </a:pPr>
            <a:r>
              <a:rPr lang="en-US" sz="80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game.html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148840" y="3182112"/>
            <a:ext cx="27432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2148840" y="3767328"/>
            <a:ext cx="27432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6720840" y="4206240"/>
            <a:ext cx="27432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1E1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02920"/>
          </a:xfrm>
          <a:prstGeom prst="rect">
            <a:avLst/>
          </a:prstGeom>
          <a:solidFill>
            <a:srgbClr val="005CA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SIMON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D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2 — משחק פעיל  |  game.html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1143000"/>
            <a:ext cx="5852160" cy="3611880"/>
          </a:xfrm>
          <a:prstGeom prst="rect">
            <a:avLst/>
          </a:prstGeom>
          <a:solidFill>
            <a:srgbClr val="111821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7" name="Text 5"/>
          <p:cNvSpPr/>
          <p:nvPr/>
        </p:nvSpPr>
        <p:spPr>
          <a:xfrm>
            <a:off x="1645920" y="120700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SIMON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83080" y="1600200"/>
            <a:ext cx="1298448" cy="548640"/>
          </a:xfrm>
          <a:prstGeom prst="rect">
            <a:avLst/>
          </a:prstGeom>
          <a:solidFill>
            <a:srgbClr val="1B2430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זמן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72968" y="1600200"/>
            <a:ext cx="1298448" cy="548640"/>
          </a:xfrm>
          <a:prstGeom prst="rect">
            <a:avLst/>
          </a:prstGeom>
          <a:solidFill>
            <a:srgbClr val="1B2430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3172968" y="16276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שלב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62856" y="1600200"/>
            <a:ext cx="1298448" cy="548640"/>
          </a:xfrm>
          <a:prstGeom prst="rect">
            <a:avLst/>
          </a:prstGeom>
          <a:solidFill>
            <a:srgbClr val="1B2430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4562856" y="16276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נקודות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52744" y="1600200"/>
            <a:ext cx="1298448" cy="548640"/>
          </a:xfrm>
          <a:prstGeom prst="rect">
            <a:avLst/>
          </a:prstGeom>
          <a:solidFill>
            <a:srgbClr val="1B2430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5952744" y="16276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ניסיונות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783080" y="2231136"/>
            <a:ext cx="5577840" cy="384048"/>
          </a:xfrm>
          <a:prstGeom prst="rect">
            <a:avLst/>
          </a:prstGeom>
          <a:solidFill>
            <a:srgbClr val="0B111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1783080" y="224942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צפה ברצף... 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47872" y="26334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1E1E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3483864" y="305409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297680" y="26334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CC00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4233672" y="308152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047488" y="26334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0CC44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4892040" y="30632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547872" y="338328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E90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3455126" y="38039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297680" y="338328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6600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4204934" y="38039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047488" y="338328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9933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Text 27"/>
          <p:cNvSpPr/>
          <p:nvPr/>
        </p:nvSpPr>
        <p:spPr>
          <a:xfrm>
            <a:off x="4956048" y="38039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547872" y="413308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0099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3455126" y="455371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297680" y="413308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0FFCC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4204934" y="455371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047488" y="413308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00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Text 33"/>
          <p:cNvSpPr/>
          <p:nvPr/>
        </p:nvSpPr>
        <p:spPr>
          <a:xfrm>
            <a:off x="4954742" y="455371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377440" y="4645152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Text 35"/>
          <p:cNvSpPr/>
          <p:nvPr/>
        </p:nvSpPr>
        <p:spPr>
          <a:xfrm>
            <a:off x="2377440" y="4663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🔊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62272" y="4645152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4462272" y="4663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🏠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47104" y="4645152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Text 39"/>
          <p:cNvSpPr/>
          <p:nvPr/>
        </p:nvSpPr>
        <p:spPr>
          <a:xfrm>
            <a:off x="6547104" y="4663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⏸️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</a:t>
            </a:r>
            <a:r>
              <a:rPr lang="en-US" sz="8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00" dirty="0" err="1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תאים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צבעוניים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58000" y="22311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פס הודעות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דינמי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8942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סטטיסטיקות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בזמן אמת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720840" y="1764792"/>
            <a:ext cx="1371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6720840" y="2423160"/>
            <a:ext cx="1371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6720840" y="3200400"/>
            <a:ext cx="137160" cy="0"/>
          </a:xfrm>
          <a:prstGeom prst="line">
            <a:avLst/>
          </a:prstGeom>
          <a:noFill/>
          <a:ln w="12700">
            <a:solidFill>
              <a:srgbClr val="FACC15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1E1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02920"/>
          </a:xfrm>
          <a:prstGeom prst="rect">
            <a:avLst/>
          </a:prstGeom>
          <a:solidFill>
            <a:srgbClr val="005CA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SIMON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D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3 — תפריט בית  |  home overlay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4133088"/>
          </a:xfrm>
          <a:prstGeom prst="rect">
            <a:avLst/>
          </a:prstGeom>
          <a:solidFill>
            <a:srgbClr val="050A16">
              <a:alpha val="9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371600" y="1188720"/>
            <a:ext cx="6400800" cy="3520440"/>
          </a:xfrm>
          <a:prstGeom prst="rect">
            <a:avLst/>
          </a:prstGeom>
          <a:solidFill>
            <a:srgbClr val="111821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554480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מצב משחק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353312"/>
            <a:ext cx="1737360" cy="292608"/>
          </a:xfrm>
          <a:prstGeom prst="rect">
            <a:avLst/>
          </a:prstGeom>
          <a:solidFill>
            <a:srgbClr val="1F293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760720" y="1371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 למשחק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54480" y="17373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כאן ניתן לראות את ההתקדמות שלך בזמן המשחק.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554480" y="2084832"/>
            <a:ext cx="1920240" cy="804672"/>
          </a:xfrm>
          <a:prstGeom prst="rect">
            <a:avLst/>
          </a:prstGeom>
          <a:solidFill>
            <a:srgbClr val="0B111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1554480" y="21305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שחקן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544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ישראל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11880" y="2084832"/>
            <a:ext cx="1920240" cy="804672"/>
          </a:xfrm>
          <a:prstGeom prst="rect">
            <a:avLst/>
          </a:prstGeom>
          <a:solidFill>
            <a:srgbClr val="0B111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3611880" y="21305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נוכחי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118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69280" y="2084832"/>
            <a:ext cx="1920240" cy="804672"/>
          </a:xfrm>
          <a:prstGeom prst="rect">
            <a:avLst/>
          </a:prstGeom>
          <a:solidFill>
            <a:srgbClr val="0B111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669280" y="21305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54480" y="3035808"/>
            <a:ext cx="6035040" cy="0"/>
          </a:xfrm>
          <a:prstGeom prst="line">
            <a:avLst/>
          </a:prstGeom>
          <a:noFill/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1554480" y="31546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שיאים אחרונים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54480" y="3493008"/>
            <a:ext cx="6035040" cy="274320"/>
          </a:xfrm>
          <a:prstGeom prst="rect">
            <a:avLst/>
          </a:prstGeom>
          <a:solidFill>
            <a:srgbClr val="0F19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1920240" y="3529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926080" y="3529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ישראל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54880" y="3529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309360" y="3529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קודים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554480" y="3822192"/>
            <a:ext cx="6035040" cy="274320"/>
          </a:xfrm>
          <a:prstGeom prst="rect">
            <a:avLst/>
          </a:prstGeom>
          <a:solidFill>
            <a:srgbClr val="11182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Text 27"/>
          <p:cNvSpPr/>
          <p:nvPr/>
        </p:nvSpPr>
        <p:spPr>
          <a:xfrm>
            <a:off x="1920240" y="38587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926080" y="38587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אלון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54880" y="38587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309360" y="38587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קודים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554480" y="4151376"/>
            <a:ext cx="6035040" cy="274320"/>
          </a:xfrm>
          <a:prstGeom prst="rect">
            <a:avLst/>
          </a:prstGeom>
          <a:solidFill>
            <a:srgbClr val="0F19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Text 32"/>
          <p:cNvSpPr/>
          <p:nvPr/>
        </p:nvSpPr>
        <p:spPr>
          <a:xfrm>
            <a:off x="1920240" y="4187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926080" y="4187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מיכל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54880" y="4187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09360" y="4187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קודים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1E1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02920"/>
          </a:xfrm>
          <a:prstGeom prst="rect">
            <a:avLst/>
          </a:prstGeom>
          <a:solidFill>
            <a:srgbClr val="005CA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SIMON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D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4 — לוח שיאים  |  record.html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7680960" cy="3611880"/>
          </a:xfrm>
          <a:prstGeom prst="rect">
            <a:avLst/>
          </a:prstGeom>
          <a:solidFill>
            <a:srgbClr val="111821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לוח שיאים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234440"/>
            <a:ext cx="1234440" cy="658368"/>
          </a:xfrm>
          <a:prstGeom prst="rect">
            <a:avLst/>
          </a:prstGeom>
          <a:solidFill>
            <a:srgbClr val="1B2430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5943600" y="12618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שיא שלב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43600" y="1463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269480" y="1234440"/>
            <a:ext cx="1234440" cy="658368"/>
          </a:xfrm>
          <a:prstGeom prst="rect">
            <a:avLst/>
          </a:prstGeom>
          <a:solidFill>
            <a:srgbClr val="1B2430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7269480" y="12618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שיא ניקוד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269480" y="1463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" y="1874520"/>
            <a:ext cx="7498080" cy="320040"/>
          </a:xfrm>
          <a:prstGeom prst="rect">
            <a:avLst/>
          </a:prstGeom>
          <a:solidFill>
            <a:srgbClr val="0D1F2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868680" y="1901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417320" y="1901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שחקן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749040" y="1901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שיא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303520" y="1901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התחלה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858000" y="1901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ניקוד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2240280"/>
            <a:ext cx="7498080" cy="301752"/>
          </a:xfrm>
          <a:prstGeom prst="rect">
            <a:avLst/>
          </a:prstGeom>
          <a:solidFill>
            <a:srgbClr val="0F19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868680" y="2286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2286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ישראל ישראלי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749040" y="2286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303520" y="2286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58000" y="2286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קודים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22960" y="2587752"/>
            <a:ext cx="7498080" cy="301752"/>
          </a:xfrm>
          <a:prstGeom prst="rect">
            <a:avLst/>
          </a:prstGeom>
          <a:solidFill>
            <a:srgbClr val="11182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868680" y="2633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417320" y="2633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אלון כהן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749040" y="2633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303520" y="2633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58000" y="2633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קודים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22960" y="2935224"/>
            <a:ext cx="7498080" cy="301752"/>
          </a:xfrm>
          <a:prstGeom prst="rect">
            <a:avLst/>
          </a:prstGeom>
          <a:solidFill>
            <a:srgbClr val="0F19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868680" y="29809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417320" y="29809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מיכל לוי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749040" y="29809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303520" y="29809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858000" y="29809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קודים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22960" y="3282696"/>
            <a:ext cx="7498080" cy="301752"/>
          </a:xfrm>
          <a:prstGeom prst="rect">
            <a:avLst/>
          </a:prstGeom>
          <a:solidFill>
            <a:srgbClr val="11182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868680" y="33284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417320" y="33284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דנה מור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749040" y="33284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303520" y="33284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858000" y="33284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קודים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22960" y="3630168"/>
            <a:ext cx="7498080" cy="301752"/>
          </a:xfrm>
          <a:prstGeom prst="rect">
            <a:avLst/>
          </a:prstGeom>
          <a:solidFill>
            <a:srgbClr val="0F19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Text 43"/>
          <p:cNvSpPr/>
          <p:nvPr/>
        </p:nvSpPr>
        <p:spPr>
          <a:xfrm>
            <a:off x="868680" y="3675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417320" y="3675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יוסי גל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749040" y="3675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303520" y="3675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858000" y="3675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קודים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200400" y="4434840"/>
            <a:ext cx="2743200" cy="347472"/>
          </a:xfrm>
          <a:prstGeom prst="rect">
            <a:avLst/>
          </a:prstGeom>
          <a:solidFill>
            <a:srgbClr val="005CAE"/>
          </a:solidFill>
          <a:ln w="12700">
            <a:solidFill>
              <a:srgbClr val="005CA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Text 49"/>
          <p:cNvSpPr/>
          <p:nvPr/>
        </p:nvSpPr>
        <p:spPr>
          <a:xfrm>
            <a:off x="3200400" y="4453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 לדף הבית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1E1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02920"/>
          </a:xfrm>
          <a:prstGeom prst="rect">
            <a:avLst/>
          </a:prstGeom>
          <a:solidFill>
            <a:srgbClr val="005CA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SIMON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D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זרימת ניווט בין המסכים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1828800" cy="914400"/>
          </a:xfrm>
          <a:prstGeom prst="rect">
            <a:avLst/>
          </a:prstGeom>
          <a:solidFill>
            <a:srgbClr val="FF1E1E">
              <a:alpha val="75000"/>
            </a:srgbClr>
          </a:solidFill>
          <a:ln w="25400">
            <a:solidFill>
              <a:srgbClr val="FF1E1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כניסה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2194560"/>
            <a:ext cx="1828800" cy="914400"/>
          </a:xfrm>
          <a:prstGeom prst="rect">
            <a:avLst/>
          </a:prstGeom>
          <a:solidFill>
            <a:srgbClr val="1E90FF">
              <a:alpha val="75000"/>
            </a:srgbClr>
          </a:solidFill>
          <a:ln w="254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2743200" y="2331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משחק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3657600"/>
            <a:ext cx="1828800" cy="777240"/>
          </a:xfrm>
          <a:prstGeom prst="rect">
            <a:avLst/>
          </a:prstGeom>
          <a:solidFill>
            <a:srgbClr val="9933FF">
              <a:alpha val="75000"/>
            </a:srgbClr>
          </a:solidFill>
          <a:ln w="25400">
            <a:solidFill>
              <a:srgbClr val="9933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274320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Overlay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תפריט בית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49440" y="2194560"/>
            <a:ext cx="1828800" cy="914400"/>
          </a:xfrm>
          <a:prstGeom prst="rect">
            <a:avLst/>
          </a:prstGeom>
          <a:solidFill>
            <a:srgbClr val="22C55E">
              <a:alpha val="75000"/>
            </a:srgbClr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949440" y="2331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שיאים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2651760"/>
            <a:ext cx="54864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ysDash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2011680" y="2240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לחיצת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התחל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0" y="2651760"/>
            <a:ext cx="237744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ysDash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5303520" y="2240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אוטומטי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0" y="4023360"/>
            <a:ext cx="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ysDash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4617720" y="3429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למשחק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0" y="3108960"/>
            <a:ext cx="0" cy="548640"/>
          </a:xfrm>
          <a:prstGeom prst="line">
            <a:avLst/>
          </a:prstGeom>
          <a:noFill/>
          <a:ln w="19050">
            <a:solidFill>
              <a:srgbClr val="9933FF"/>
            </a:solidFill>
            <a:prstDash val="sysDash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374904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כפתור 🏠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474720" y="1051560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1B2430"/>
          </a:solidFill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3474720" y="107899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localStorage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currentPlayerName · startLevel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53712" y="1618488"/>
            <a:ext cx="0" cy="576072"/>
          </a:xfrm>
          <a:prstGeom prst="line">
            <a:avLst/>
          </a:prstGeom>
          <a:noFill/>
          <a:ln w="12700">
            <a:solidFill>
              <a:srgbClr val="FACC15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269</Words>
  <Application>Microsoft Office PowerPoint</Application>
  <PresentationFormat>‫הצגה על המסך (16:9)</PresentationFormat>
  <Paragraphs>136</Paragraphs>
  <Slides>6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Arial Black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Simon — שרטוט מסכים</dc:title>
  <dc:subject>PptxGenJS Presentation</dc:subject>
  <dc:creator>PptxGenJS</dc:creator>
  <cp:lastModifiedBy>רבקה מדן</cp:lastModifiedBy>
  <cp:revision>2</cp:revision>
  <dcterms:created xsi:type="dcterms:W3CDTF">2026-05-09T19:36:26Z</dcterms:created>
  <dcterms:modified xsi:type="dcterms:W3CDTF">2026-05-09T19:50:23Z</dcterms:modified>
</cp:coreProperties>
</file>